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830"/>
    <a:srgbClr val="9D9E9F"/>
    <a:srgbClr val="2A5446"/>
    <a:srgbClr val="BCA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8DF1A-2964-424D-A12B-EBECF722B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BCA58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EFDF4-5D8C-4DA4-8A7B-993DABC81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D9E9F"/>
                </a:solidFill>
                <a:latin typeface="Libre Franklin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055B99-12C8-4933-8862-B38C8A58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29B328-D54E-4F31-B02B-CFB6A596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BD23C-7667-43A8-8548-D37E4CF6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 Light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15746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9E308-0713-4B24-9A7B-561E8342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365125"/>
            <a:ext cx="10033000" cy="1325563"/>
          </a:xfrm>
        </p:spPr>
        <p:txBody>
          <a:bodyPr/>
          <a:lstStyle>
            <a:lvl1pPr>
              <a:defRPr>
                <a:solidFill>
                  <a:srgbClr val="21383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7C165A-E1CF-4EBF-8543-131069367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>
                <a:latin typeface="Libre Franklin" pitchFamily="2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Libre Franklin" pitchFamily="2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>
                <a:latin typeface="Libre Franklin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>
                <a:latin typeface="Libre Franklin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>
                <a:latin typeface="Libre Franklin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08BC5-7B3C-4DF2-B17F-23A17D84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B305E-D9AB-46CE-B76D-5D898CB4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A5F988-CAF7-4FD5-A364-142B217D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581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8F35F-FC46-40A3-A3D6-FC12F785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21383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11D351-77CF-4326-BC9D-300BB98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A544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C646DF-7A36-4DE8-95A2-C207C0EB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40B24-BC02-4B95-87EE-DA02AA99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03CF5D-9E3A-4FE6-AB83-950E897A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8375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DF4EA-F3B7-4C04-A6DD-1902E870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83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8DF78-40DE-49E3-A91D-ACF03D1AB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C76DC1-CCCA-4660-A111-C2B102AF4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E73522-A003-44F7-9508-D7F636B8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C23DB-E7ED-4AF6-AC01-E666BB25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F08DCF-92B5-46B7-A899-926DB0AB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4733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26289-D5F9-45D2-949D-64FA3CF7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21383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C32210-F9EF-40FB-A522-1DCD0CC92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Libre Franklin L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B0E496-821A-460A-BA79-692340963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GT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B66893-C317-4F59-8C07-605B5F488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Libre Franklin L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3E5BDD-4016-4759-98C0-899325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46B87D-39BE-405D-A133-80EC100E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E19091-AD2B-4287-A535-4BCC4095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0960FA-20B7-4FEC-BE3A-4DA7C836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1153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st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DC17-B0C7-4ED5-A208-F6A8AE2D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83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FCD81-94DA-4E95-9604-E497677D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33E290-B373-48DF-B488-191433F2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985B5A-67D9-4931-BB41-33EC558D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80021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2316F9-DA1F-494A-8512-C7D8423B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A52FEF-DA02-456B-9894-5AF352CB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7BD6BB-1753-4E0D-AEC4-A6725EFB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8615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A203-2120-4F75-A2D5-A34A98FE8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73" y="748144"/>
            <a:ext cx="3534352" cy="903685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2A5446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1F4CC3-38BC-4800-8D17-1570C518C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582" y="748145"/>
            <a:ext cx="6330806" cy="5112906"/>
          </a:xfrm>
        </p:spPr>
        <p:txBody>
          <a:bodyPr/>
          <a:lstStyle>
            <a:lvl1pPr>
              <a:defRPr sz="2800">
                <a:solidFill>
                  <a:srgbClr val="2A5446"/>
                </a:solidFill>
                <a:latin typeface="Libre Franklin" pitchFamily="2" charset="0"/>
              </a:defRPr>
            </a:lvl1pPr>
            <a:lvl2pPr>
              <a:defRPr sz="2800">
                <a:latin typeface="Libre Franklin" pitchFamily="2" charset="0"/>
              </a:defRPr>
            </a:lvl2pPr>
            <a:lvl3pPr>
              <a:defRPr sz="2400">
                <a:latin typeface="Libre Franklin" pitchFamily="2" charset="0"/>
              </a:defRPr>
            </a:lvl3pPr>
            <a:lvl4pPr>
              <a:defRPr sz="2000">
                <a:latin typeface="Libre Franklin" pitchFamily="2" charset="0"/>
              </a:defRPr>
            </a:lvl4pPr>
            <a:lvl5pPr>
              <a:defRPr sz="2000">
                <a:latin typeface="Libre Franklin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G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493D99-FC2B-4749-95B1-ACFB0B34E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226" y="1719744"/>
            <a:ext cx="4114800" cy="4149244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>
                <a:latin typeface="Libre Franklin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8D0E59-EF0D-4851-BAAF-95313679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E3D95-0B33-43B7-96A0-79BF9E3D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B57843-7BA9-4AA6-B9D1-C6BD1267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7471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A0218-C9E7-42F4-BAFA-9FEFC07C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13732"/>
            <a:ext cx="3932237" cy="1243668"/>
          </a:xfrm>
        </p:spPr>
        <p:txBody>
          <a:bodyPr anchor="b"/>
          <a:lstStyle>
            <a:lvl1pPr>
              <a:defRPr sz="3200">
                <a:solidFill>
                  <a:srgbClr val="2A5446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0F2680-ADE5-45FB-A491-9DD6A9FF2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13731"/>
            <a:ext cx="6172200" cy="5047319"/>
          </a:xfrm>
        </p:spPr>
        <p:txBody>
          <a:bodyPr/>
          <a:lstStyle>
            <a:lvl1pPr marL="0" indent="0">
              <a:buNone/>
              <a:defRPr sz="3200">
                <a:latin typeface="Libre Franklin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F4B9A2-5A2A-4B97-BCF7-81FD81155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>
                <a:latin typeface="Libre Franklin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1C37E6-CA0B-4A8B-B3B5-44C9A6E8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371FE4-77A0-4F0F-820C-6565AF1B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EB21E0-5B75-4018-9B24-79E01E90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9371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19185-5714-43C9-8133-FF252257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830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89CA9E-6CB6-4385-A420-ECC36A080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4CBC14-D4D6-4B2B-BD68-385580E7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7A4E44-6B60-480B-A2BD-BA05731B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8B2C48-76DF-4B57-BFBA-4CC90149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6610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D3B1ED-9235-402B-9F19-DC5ABEF47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051A3-F646-4CAF-ADC9-1AC8B58A6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Libre Franklin" pitchFamily="2" charset="0"/>
              </a:defRPr>
            </a:lvl1pPr>
            <a:lvl2pPr>
              <a:defRPr>
                <a:latin typeface="Libre Franklin" pitchFamily="2" charset="0"/>
              </a:defRPr>
            </a:lvl2pPr>
            <a:lvl3pPr>
              <a:defRPr>
                <a:latin typeface="Libre Franklin" pitchFamily="2" charset="0"/>
              </a:defRPr>
            </a:lvl3pPr>
            <a:lvl4pPr>
              <a:defRPr>
                <a:latin typeface="Libre Franklin" pitchFamily="2" charset="0"/>
              </a:defRPr>
            </a:lvl4pPr>
            <a:lvl5pPr>
              <a:defRPr>
                <a:latin typeface="Libre Franklin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E6635-FAF5-4D4D-B5CB-4DDACA91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DA1A00-6882-4CB6-8FAE-0AF7EE72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5F13D5-09AB-481B-8CA3-C58BCF93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55635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7BD6BB-1753-4E0D-AEC4-A6725EFB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9188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B5E140-A22B-4711-9088-92812598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27EF0-32AD-494C-BA87-346C262E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37D61-8E31-42AA-9A9E-9CA704DCA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CB57172F-9C0A-4D61-9468-3ACD65A752C1}" type="datetimeFigureOut">
              <a:rPr lang="es-GT" smtClean="0"/>
              <a:pPr/>
              <a:t>07/03/2025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91D6B-40A8-4646-B42E-59BAA0D48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74C258-32FB-4ED5-9637-6AD768199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9D9E9F"/>
                </a:solidFill>
                <a:latin typeface="Libre Franklin" pitchFamily="2" charset="0"/>
              </a:defRPr>
            </a:lvl1pPr>
          </a:lstStyle>
          <a:p>
            <a:fld id="{43AE0185-95F5-473A-AA2A-20F6A5C687DB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65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3830"/>
          </a:solidFill>
          <a:latin typeface="Libre Frankl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ibre Frankl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bre Frankl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bre Frankl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bre Frankl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bre Frankl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3EF99-21C6-4555-ABF4-636032C31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 dirty="0">
              <a:solidFill>
                <a:srgbClr val="BCA580"/>
              </a:solidFill>
              <a:latin typeface="Libre Franklin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8493-0398-4071-BE8D-0130320BC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 dirty="0">
              <a:solidFill>
                <a:srgbClr val="BCA5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38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4F835-3492-4B86-8FD5-ACE07F61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7C06AC-5F27-40D5-9281-27F56CC7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9673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3EF99-21C6-4555-ABF4-636032C31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8493-0398-4071-BE8D-0130320BC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1125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3EF99-21C6-4555-ABF4-636032C31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8493-0398-4071-BE8D-0130320BC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6266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386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Libre Franklin</vt:lpstr>
      <vt:lpstr>Libre Franklin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Marjhori Carolina Fuentes Heiz</dc:creator>
  <cp:lastModifiedBy>Rodrigo Chang</cp:lastModifiedBy>
  <cp:revision>20</cp:revision>
  <dcterms:created xsi:type="dcterms:W3CDTF">2025-01-10T14:32:18Z</dcterms:created>
  <dcterms:modified xsi:type="dcterms:W3CDTF">2025-03-07T21:39:38Z</dcterms:modified>
</cp:coreProperties>
</file>